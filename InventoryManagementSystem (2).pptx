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Item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42062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Item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42062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Item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42062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931920"/>
            <a:ext cx="1280160" cy="54864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NULL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0292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029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Linked List in C++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an Inventory Management System using Singly Linked List in C++.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Core 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Add, Display, Search, Update Quantity, and Delete Item operations.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Menu-Driven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console-based application with a clean menu-driven approach.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63240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Learning Outcome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linked list concepts, pointer manipulation, and dynamic data handling.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Inventory = collection of items (ID, Name, Quantity, Price)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842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Uses Singly Linked List for dynamic 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88336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883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Each node represents one inventory item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924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Supports Add, Delete, Search, Update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5120640" cy="566928"/>
          </a:xfrm>
          <a:prstGeom prst="rect">
            <a:avLst/>
          </a:prstGeom>
          <a:solidFill>
            <a:srgbClr val="1B2A4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965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Head pointer maintained to track first item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691640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691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2167128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258568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2585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2734056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825496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8254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3300984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3392424"/>
            <a:ext cx="27432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392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3867912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395935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head pointer to NULL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options: Add / Display / Search / Update / Delete / Exit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61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596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Choice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integer input from user (1–6)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487168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761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596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944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chosen function with linked list manipulation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85616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599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2428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menu until user selects Exit (6)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85616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40599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2428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program and free memory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1325880" cy="56692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2432304"/>
            <a:ext cx="-21031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2148840"/>
            <a:ext cx="1325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Initialize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 = NULL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47288" y="2432304"/>
            <a:ext cx="-21031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2148840"/>
            <a:ext cx="1325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Menu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62856" y="2432304"/>
            <a:ext cx="-21031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2148840"/>
            <a:ext cx="1325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Choice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78424" y="2432304"/>
            <a:ext cx="-21031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5559552" y="2148840"/>
            <a:ext cx="1188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Choice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== 6?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93992" y="2432304"/>
            <a:ext cx="-21031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148840"/>
            <a:ext cx="1325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99248" y="2148840"/>
            <a:ext cx="1325880" cy="56692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9712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YES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93992" y="2432304"/>
            <a:ext cx="-21031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1032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NO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2715768"/>
            <a:ext cx="0" cy="5029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218688"/>
            <a:ext cx="-280172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81958" y="3218688"/>
            <a:ext cx="0" cy="-5029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Operations: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Item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Display All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Item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Qty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Delete Item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Singly Linked List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node-based structure; each node holds item data and a next pointer.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Node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 { int id; string name; int qty; float price; Node* next; 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Head Pointer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387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head pointer tracks the first item; traversal done with temp pointer.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11480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Operations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98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head, delete by ID, linear search by name/ID, update quantity.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234440"/>
            <a:ext cx="3291840" cy="3401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Structure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16642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next;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=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520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 Complexity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37947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Insert:  O(1)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9959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Delete:  O(n)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1970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 O(n)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43982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Update:  O(n)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A0A0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25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Terminal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69621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INVENTORY MGMT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0711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Item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2585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Display Inventory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4460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 Item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6334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Update Quantity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82092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Delete Item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300837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319582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38328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57073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ID: 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75818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Name: soaps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394563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Quantity: 400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1330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Price: 50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3205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4507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Item added successfully!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0A0A0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188720"/>
            <a:ext cx="411480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25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Terminal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4608" y="150876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64608" y="169621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INVENTORY MGMT SYSTEM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64608" y="188366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20711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Item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64608" y="22585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Display Inventory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24460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 Item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26334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Update Quantity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282092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Delete Item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64608" y="300837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64608" y="319582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338328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64608" y="357073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 Exiting program...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64608" y="375818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64608" y="394563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64608" y="41330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exited after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43205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22.99 seconds (return 0)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64608" y="4507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any key...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Inventory Manager implemented using Singly Linked List in C++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Efficient O(1) insertion with dynamic memory allocation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7180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All CRUD operations (Create, Read, Update, Delete) functional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4048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048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Highlights practical advantages of dynamic data structures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Scope: File storage, GUI interface, sorting by price/quantity, low-stock alerts, multi-user support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PptxGenJS</dc:creator>
  <cp:lastModifiedBy>PptxGenJS</cp:lastModifiedBy>
  <cp:revision>1</cp:revision>
  <dcterms:created xsi:type="dcterms:W3CDTF">2026-05-06T02:17:25Z</dcterms:created>
  <dcterms:modified xsi:type="dcterms:W3CDTF">2026-05-06T02:17:25Z</dcterms:modified>
</cp:coreProperties>
</file>